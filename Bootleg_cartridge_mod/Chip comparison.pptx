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6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0037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0215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600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834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6386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63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989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9710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3899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0932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4194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4CA3-116E-4ABF-8AA6-EBE32C84C16F}" type="datetimeFigureOut">
              <a:rPr lang="fr-FR" smtClean="0"/>
              <a:pPr/>
              <a:t>15/07/2026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2651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72092" y="690184"/>
            <a:ext cx="3334215" cy="542048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44075" y="40195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34551" y="41719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134350" y="20097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58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boichot</dc:creator>
  <cp:lastModifiedBy>BOICHOT</cp:lastModifiedBy>
  <cp:revision>25</cp:revision>
  <dcterms:created xsi:type="dcterms:W3CDTF">2026-07-15T07:56:11Z</dcterms:created>
  <dcterms:modified xsi:type="dcterms:W3CDTF">2026-07-15T19:04:00Z</dcterms:modified>
</cp:coreProperties>
</file>