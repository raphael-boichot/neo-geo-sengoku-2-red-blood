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1" r:id="rId6"/>
    <p:sldId id="260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napVertSplitter="1" vertBarState="minimized" horzBarState="maximized"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38" y="4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172092" y="690184"/>
            <a:ext cx="3334215" cy="5420481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44075" y="40195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34551" y="41719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134350" y="20097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2813" y="-8865"/>
            <a:ext cx="10095421" cy="68668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31000" y="482600"/>
            <a:ext cx="3535709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31375" y="40576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21851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502650" y="19970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859" y="0"/>
            <a:ext cx="1190614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91" y="72870"/>
            <a:ext cx="7198822" cy="351822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699" y="360336"/>
            <a:ext cx="4256116" cy="3112682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142" y="3483032"/>
            <a:ext cx="6833062" cy="3374967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673" y="3453826"/>
            <a:ext cx="1787083" cy="332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558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58" y="394744"/>
            <a:ext cx="3175309" cy="5915645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6981" y="407324"/>
            <a:ext cx="7945101" cy="581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576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130</Words>
  <Application>Microsoft Office PowerPoint</Application>
  <PresentationFormat>Grand écran</PresentationFormat>
  <Paragraphs>32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32</cp:revision>
  <dcterms:created xsi:type="dcterms:W3CDTF">2026-07-15T07:56:11Z</dcterms:created>
  <dcterms:modified xsi:type="dcterms:W3CDTF">2026-08-27T15:22:01Z</dcterms:modified>
</cp:coreProperties>
</file>