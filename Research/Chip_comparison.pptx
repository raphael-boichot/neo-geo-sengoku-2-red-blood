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4721" autoAdjust="0"/>
  </p:normalViewPr>
  <p:slideViewPr>
    <p:cSldViewPr snapToGrid="0">
      <p:cViewPr varScale="1">
        <p:scale>
          <a:sx n="85" d="100"/>
          <a:sy n="85" d="100"/>
        </p:scale>
        <p:origin x="-306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06/09/2026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="" xmlns:p14="http://schemas.microsoft.com/office/powerpoint/2010/main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172092" y="690184"/>
            <a:ext cx="3334215" cy="5420481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44075" y="40195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34551" y="41719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134350" y="20097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2813" y="-8865"/>
            <a:ext cx="10095421" cy="68668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31000" y="482600"/>
            <a:ext cx="3535709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31375" y="40576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21851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502650" y="19970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859" y="0"/>
            <a:ext cx="1190614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4691" y="72870"/>
            <a:ext cx="7198822" cy="351822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48699" y="360336"/>
            <a:ext cx="4256116" cy="3112682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187142" y="3483032"/>
            <a:ext cx="6833062" cy="3374967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017673" y="3453826"/>
            <a:ext cx="1787083" cy="332936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452558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1824" y="383593"/>
            <a:ext cx="3175309" cy="5915645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246899" y="451929"/>
            <a:ext cx="7945101" cy="5810596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0" y="3315396"/>
            <a:ext cx="1048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3746346" y="3309124"/>
            <a:ext cx="81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4195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68731" y="446512"/>
            <a:ext cx="3112253" cy="5798171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84594" y="400399"/>
            <a:ext cx="7207405" cy="59780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ZoneTexte 10"/>
          <p:cNvSpPr txBox="1"/>
          <p:nvPr/>
        </p:nvSpPr>
        <p:spPr>
          <a:xfrm>
            <a:off x="0" y="3579309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837181" y="3525179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9525" y="3360002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0" y="3765163"/>
            <a:ext cx="993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3846707" y="3297973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41957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182" y="423901"/>
            <a:ext cx="8078788" cy="6030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528165" y="82280"/>
            <a:ext cx="3429000" cy="669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54351" y="0"/>
            <a:ext cx="3563007" cy="6857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2663" y="82280"/>
            <a:ext cx="3429000" cy="669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940049" y="33453"/>
            <a:ext cx="3411885" cy="67756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21162" y="227207"/>
            <a:ext cx="3812704" cy="645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ZoneTexte 5"/>
          <p:cNvSpPr txBox="1"/>
          <p:nvPr/>
        </p:nvSpPr>
        <p:spPr>
          <a:xfrm>
            <a:off x="3222667" y="3111190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A0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3230103" y="2828693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3230102" y="253876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A2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3230102" y="2293434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A3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3230100" y="199235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A4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3230101" y="1724721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A5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3226384" y="1464525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A6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3237536" y="1196898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A7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7764919" y="840057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A8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7772356" y="1115122"/>
            <a:ext cx="546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A9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7761203" y="1393902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A10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7757485" y="168011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A11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7757486" y="195889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A12</a:t>
            </a:r>
          </a:p>
        </p:txBody>
      </p:sp>
      <p:sp>
        <p:nvSpPr>
          <p:cNvPr id="20" name="ZoneTexte 19"/>
          <p:cNvSpPr txBox="1"/>
          <p:nvPr/>
        </p:nvSpPr>
        <p:spPr>
          <a:xfrm>
            <a:off x="7746335" y="221537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A13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7746333" y="2516457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A14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7746335" y="2772935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A15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7731468" y="3047998"/>
            <a:ext cx="747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D49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3233814" y="925548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D48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3241248" y="620749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D47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7753771" y="572426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D46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7761206" y="301080"/>
            <a:ext cx="669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D45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7731472" y="3326778"/>
            <a:ext cx="1055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D6 (VCC)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3256117" y="323382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D7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3207796" y="3375100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D9</a:t>
            </a:r>
          </a:p>
        </p:txBody>
      </p:sp>
      <p:sp>
        <p:nvSpPr>
          <p:cNvPr id="31" name="ZoneTexte 30"/>
          <p:cNvSpPr txBox="1"/>
          <p:nvPr/>
        </p:nvSpPr>
        <p:spPr>
          <a:xfrm>
            <a:off x="3215231" y="3917793"/>
            <a:ext cx="557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D16</a:t>
            </a:r>
            <a:endParaRPr lang="fr-FR" dirty="0" smtClean="0">
              <a:solidFill>
                <a:srgbClr val="FF0000"/>
              </a:solidFill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3192929" y="365016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3" name="ZoneTexte 32"/>
          <p:cNvSpPr txBox="1"/>
          <p:nvPr/>
        </p:nvSpPr>
        <p:spPr>
          <a:xfrm>
            <a:off x="7727758" y="359069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GND</a:t>
            </a:r>
          </a:p>
        </p:txBody>
      </p:sp>
      <p:sp>
        <p:nvSpPr>
          <p:cNvPr id="34" name="ZoneTexte 33"/>
          <p:cNvSpPr txBox="1"/>
          <p:nvPr/>
        </p:nvSpPr>
        <p:spPr>
          <a:xfrm>
            <a:off x="7761212" y="38806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D29</a:t>
            </a:r>
          </a:p>
        </p:txBody>
      </p:sp>
      <p:sp>
        <p:nvSpPr>
          <p:cNvPr id="35" name="ZoneTexte 34"/>
          <p:cNvSpPr txBox="1"/>
          <p:nvPr/>
        </p:nvSpPr>
        <p:spPr>
          <a:xfrm>
            <a:off x="7768646" y="440101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D28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7779800" y="494742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D27</a:t>
            </a:r>
          </a:p>
        </p:txBody>
      </p:sp>
      <p:sp>
        <p:nvSpPr>
          <p:cNvPr id="37" name="ZoneTexte 36"/>
          <p:cNvSpPr txBox="1"/>
          <p:nvPr/>
        </p:nvSpPr>
        <p:spPr>
          <a:xfrm>
            <a:off x="7776084" y="554587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D26</a:t>
            </a:r>
          </a:p>
        </p:txBody>
      </p:sp>
      <p:sp>
        <p:nvSpPr>
          <p:cNvPr id="38" name="ZoneTexte 37"/>
          <p:cNvSpPr txBox="1"/>
          <p:nvPr/>
        </p:nvSpPr>
        <p:spPr>
          <a:xfrm>
            <a:off x="3226383" y="6114583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D25</a:t>
            </a:r>
          </a:p>
        </p:txBody>
      </p:sp>
      <p:sp>
        <p:nvSpPr>
          <p:cNvPr id="39" name="ZoneTexte 38"/>
          <p:cNvSpPr txBox="1"/>
          <p:nvPr/>
        </p:nvSpPr>
        <p:spPr>
          <a:xfrm>
            <a:off x="3233818" y="5564456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D24</a:t>
            </a:r>
          </a:p>
        </p:txBody>
      </p:sp>
      <p:sp>
        <p:nvSpPr>
          <p:cNvPr id="40" name="ZoneTexte 39"/>
          <p:cNvSpPr txBox="1"/>
          <p:nvPr/>
        </p:nvSpPr>
        <p:spPr>
          <a:xfrm>
            <a:off x="3244969" y="504034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D23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3237535" y="450880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D22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7753779" y="41631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D30</a:t>
            </a:r>
          </a:p>
        </p:txBody>
      </p:sp>
      <p:sp>
        <p:nvSpPr>
          <p:cNvPr id="43" name="ZoneTexte 42"/>
          <p:cNvSpPr txBox="1"/>
          <p:nvPr/>
        </p:nvSpPr>
        <p:spPr>
          <a:xfrm>
            <a:off x="7772365" y="467235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D31</a:t>
            </a:r>
          </a:p>
        </p:txBody>
      </p:sp>
      <p:sp>
        <p:nvSpPr>
          <p:cNvPr id="44" name="ZoneTexte 43"/>
          <p:cNvSpPr txBox="1"/>
          <p:nvPr/>
        </p:nvSpPr>
        <p:spPr>
          <a:xfrm>
            <a:off x="7772366" y="5263374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D32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7779801" y="5817218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D33</a:t>
            </a:r>
          </a:p>
        </p:txBody>
      </p:sp>
      <p:sp>
        <p:nvSpPr>
          <p:cNvPr id="46" name="ZoneTexte 45"/>
          <p:cNvSpPr txBox="1"/>
          <p:nvPr/>
        </p:nvSpPr>
        <p:spPr>
          <a:xfrm>
            <a:off x="3226386" y="584695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D34</a:t>
            </a:r>
          </a:p>
        </p:txBody>
      </p:sp>
      <p:sp>
        <p:nvSpPr>
          <p:cNvPr id="47" name="ZoneTexte 46"/>
          <p:cNvSpPr txBox="1"/>
          <p:nvPr/>
        </p:nvSpPr>
        <p:spPr>
          <a:xfrm>
            <a:off x="3244971" y="5296829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D35</a:t>
            </a:r>
          </a:p>
        </p:txBody>
      </p:sp>
      <p:sp>
        <p:nvSpPr>
          <p:cNvPr id="48" name="ZoneTexte 47"/>
          <p:cNvSpPr txBox="1"/>
          <p:nvPr/>
        </p:nvSpPr>
        <p:spPr>
          <a:xfrm>
            <a:off x="3244971" y="4772721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D36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3244972" y="4226312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D37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7783513" y="6088565"/>
            <a:ext cx="70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</a:rPr>
              <a:t>VCC</a:t>
            </a:r>
          </a:p>
        </p:txBody>
      </p:sp>
      <p:sp>
        <p:nvSpPr>
          <p:cNvPr id="51" name="Rectangle 50"/>
          <p:cNvSpPr/>
          <p:nvPr/>
        </p:nvSpPr>
        <p:spPr>
          <a:xfrm rot="16200000">
            <a:off x="1988282" y="4482119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 rot="5400000">
            <a:off x="7415209" y="1935923"/>
            <a:ext cx="212064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FF0000"/>
                </a:solidFill>
              </a:rPr>
              <a:t>Mega2560 Pins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200</Words>
  <Application>Microsoft Office PowerPoint</Application>
  <PresentationFormat>Personnalisé</PresentationFormat>
  <Paragraphs>85</Paragraphs>
  <Slides>10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1" baseType="lpstr">
      <vt:lpstr>Thème Office</vt:lpstr>
      <vt:lpstr>Diapositive 1</vt:lpstr>
      <vt:lpstr>Diapositive 2</vt:lpstr>
      <vt:lpstr>Diapositive 3</vt:lpstr>
      <vt:lpstr>Diapositive 4</vt:lpstr>
      <vt:lpstr>Diapositive 5</vt:lpstr>
      <vt:lpstr>Diapositive 6</vt:lpstr>
      <vt:lpstr>Diapositive 7</vt:lpstr>
      <vt:lpstr>Diapositive 8</vt:lpstr>
      <vt:lpstr>Diapositive 9</vt:lpstr>
      <vt:lpstr>Diapositive 10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48</cp:revision>
  <dcterms:created xsi:type="dcterms:W3CDTF">2026-07-15T07:56:11Z</dcterms:created>
  <dcterms:modified xsi:type="dcterms:W3CDTF">2026-09-06T06:48:57Z</dcterms:modified>
</cp:coreProperties>
</file>