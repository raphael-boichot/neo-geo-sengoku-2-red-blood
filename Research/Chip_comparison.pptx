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ichot" initials="b" lastIdx="1" clrIdx="0">
    <p:extLst>
      <p:ext uri="{19B8F6BF-5375-455C-9EA6-DF929625EA0E}">
        <p15:presenceInfo xmlns:p15="http://schemas.microsoft.com/office/powerpoint/2012/main" userId="boicho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721" autoAdjust="0"/>
  </p:normalViewPr>
  <p:slideViewPr>
    <p:cSldViewPr snapToGrid="0">
      <p:cViewPr varScale="1">
        <p:scale>
          <a:sx n="101" d="100"/>
          <a:sy n="101" d="100"/>
        </p:scale>
        <p:origin x="144" y="6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77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15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08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44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865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2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0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10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99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32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43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4CA3-116E-4ABF-8AA6-EBE32C84C16F}" type="datetimeFigureOut">
              <a:rPr lang="fr-FR" smtClean="0"/>
              <a:pPr/>
              <a:t>10/09/2026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515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72092" y="690184"/>
            <a:ext cx="3334215" cy="542048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998" y="480617"/>
            <a:ext cx="3600953" cy="566816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44075" y="401955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High for WORD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10350" y="2486025"/>
            <a:ext cx="165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High for </a:t>
            </a:r>
            <a:r>
              <a:rPr lang="fr-FR" sz="1200" dirty="0" err="1" smtClean="0">
                <a:solidFill>
                  <a:srgbClr val="FF0000"/>
                </a:solidFill>
              </a:rPr>
              <a:t>read</a:t>
            </a:r>
            <a:r>
              <a:rPr lang="fr-FR" sz="1200" dirty="0" smtClean="0">
                <a:solidFill>
                  <a:srgbClr val="FF0000"/>
                </a:solidFill>
              </a:rPr>
              <a:t> mode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648450" y="4057650"/>
            <a:ext cx="136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solidFill>
                  <a:srgbClr val="00B050"/>
                </a:solidFill>
              </a:rPr>
              <a:t>Low</a:t>
            </a:r>
            <a:r>
              <a:rPr lang="fr-FR" sz="1200" dirty="0" smtClean="0">
                <a:solidFill>
                  <a:srgbClr val="00B050"/>
                </a:solidFill>
              </a:rPr>
              <a:t> for </a:t>
            </a:r>
            <a:r>
              <a:rPr lang="fr-FR" sz="1200" dirty="0" err="1" smtClean="0">
                <a:solidFill>
                  <a:srgbClr val="00B050"/>
                </a:solidFill>
              </a:rPr>
              <a:t>read</a:t>
            </a:r>
            <a:r>
              <a:rPr lang="fr-FR" sz="1200" dirty="0" smtClean="0">
                <a:solidFill>
                  <a:srgbClr val="00B050"/>
                </a:solidFill>
              </a:rPr>
              <a:t>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619251" y="41814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38625" y="4171950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934201" y="435292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00B050"/>
                </a:solidFill>
              </a:rPr>
              <a:t>0a</a:t>
            </a:r>
            <a:endParaRPr lang="fr-FR" sz="1200" baseline="-25000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628776" y="40290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19926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734551" y="41719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90576" y="2466975"/>
            <a:ext cx="239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LS174 Q0, </a:t>
            </a:r>
            <a:r>
              <a:rPr lang="fr-FR" sz="1200" dirty="0" err="1" smtClean="0">
                <a:solidFill>
                  <a:srgbClr val="FF0000"/>
                </a:solidFill>
              </a:rPr>
              <a:t>bankswitching</a:t>
            </a:r>
            <a:endParaRPr lang="fr-FR" sz="1200" dirty="0" smtClean="0">
              <a:solidFill>
                <a:srgbClr val="FF0000"/>
              </a:solidFill>
            </a:endParaRPr>
          </a:p>
          <a:p>
            <a:r>
              <a:rPr lang="fr-FR" sz="1200" dirty="0" smtClean="0">
                <a:solidFill>
                  <a:srgbClr val="FF0000"/>
                </a:solidFill>
              </a:rPr>
              <a:t>(not </a:t>
            </a:r>
            <a:r>
              <a:rPr lang="fr-FR" sz="1200" dirty="0" err="1" smtClean="0">
                <a:solidFill>
                  <a:srgbClr val="FF0000"/>
                </a:solidFill>
              </a:rPr>
              <a:t>used</a:t>
            </a:r>
            <a:r>
              <a:rPr lang="fr-FR" sz="1200" dirty="0" smtClean="0">
                <a:solidFill>
                  <a:srgbClr val="FF0000"/>
                </a:solidFill>
              </a:rPr>
              <a:t> in </a:t>
            </a:r>
            <a:r>
              <a:rPr lang="fr-FR" sz="1200" dirty="0" err="1" smtClean="0">
                <a:solidFill>
                  <a:srgbClr val="FF0000"/>
                </a:solidFill>
              </a:rPr>
              <a:t>Sengoku</a:t>
            </a:r>
            <a:r>
              <a:rPr lang="fr-FR" sz="1200" dirty="0" smtClean="0">
                <a:solidFill>
                  <a:srgbClr val="FF0000"/>
                </a:solidFill>
              </a:rPr>
              <a:t> 2)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638300" y="4333875"/>
            <a:ext cx="227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457450" y="20478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</a:t>
            </a:r>
            <a:r>
              <a:rPr lang="fr-FR" dirty="0" err="1" smtClean="0"/>
              <a:t>actual</a:t>
            </a:r>
            <a:r>
              <a:rPr lang="fr-FR" dirty="0" smtClean="0"/>
              <a:t> </a:t>
            </a:r>
            <a:r>
              <a:rPr lang="fr-FR" dirty="0" err="1" smtClean="0"/>
              <a:t>bootleg</a:t>
            </a:r>
            <a:r>
              <a:rPr lang="fr-FR" dirty="0" smtClean="0"/>
              <a:t> PCB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8134350" y="20097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 drop-in replacement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248151" y="4000500"/>
            <a:ext cx="814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381626" y="1533525"/>
            <a:ext cx="156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Cut</a:t>
            </a:r>
            <a:r>
              <a:rPr lang="fr-FR" sz="1400" dirty="0" smtClean="0"/>
              <a:t> trace and use </a:t>
            </a:r>
            <a:r>
              <a:rPr lang="fr-FR" sz="1400" dirty="0" err="1" smtClean="0"/>
              <a:t>bodge</a:t>
            </a:r>
            <a:r>
              <a:rPr lang="fr-FR" sz="1400" dirty="0" smtClean="0"/>
              <a:t> </a:t>
            </a:r>
            <a:r>
              <a:rPr lang="fr-FR" sz="1400" dirty="0" err="1" smtClean="0"/>
              <a:t>wire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pin 1 to VCC</a:t>
            </a:r>
            <a:endParaRPr lang="fr-FR" sz="1400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6515100" y="2143125"/>
            <a:ext cx="1685925" cy="3905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2813" y="-8865"/>
            <a:ext cx="10095421" cy="6866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1000" y="482600"/>
            <a:ext cx="353570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998" y="480617"/>
            <a:ext cx="3600953" cy="566816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31375" y="405765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High for WORD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10350" y="2486025"/>
            <a:ext cx="165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High for </a:t>
            </a:r>
            <a:r>
              <a:rPr lang="fr-FR" sz="1200" dirty="0" err="1" smtClean="0">
                <a:solidFill>
                  <a:srgbClr val="FF0000"/>
                </a:solidFill>
              </a:rPr>
              <a:t>read</a:t>
            </a:r>
            <a:r>
              <a:rPr lang="fr-FR" sz="1200" dirty="0" smtClean="0">
                <a:solidFill>
                  <a:srgbClr val="FF0000"/>
                </a:solidFill>
              </a:rPr>
              <a:t> mode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648450" y="4057650"/>
            <a:ext cx="136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solidFill>
                  <a:srgbClr val="00B050"/>
                </a:solidFill>
              </a:rPr>
              <a:t>Low</a:t>
            </a:r>
            <a:r>
              <a:rPr lang="fr-FR" sz="1200" dirty="0" smtClean="0">
                <a:solidFill>
                  <a:srgbClr val="00B050"/>
                </a:solidFill>
              </a:rPr>
              <a:t> for </a:t>
            </a:r>
            <a:r>
              <a:rPr lang="fr-FR" sz="1200" dirty="0" err="1" smtClean="0">
                <a:solidFill>
                  <a:srgbClr val="00B050"/>
                </a:solidFill>
              </a:rPr>
              <a:t>read</a:t>
            </a:r>
            <a:r>
              <a:rPr lang="fr-FR" sz="1200" dirty="0" smtClean="0">
                <a:solidFill>
                  <a:srgbClr val="00B050"/>
                </a:solidFill>
              </a:rPr>
              <a:t>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619251" y="41814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38625" y="4171950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934201" y="435292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00B050"/>
                </a:solidFill>
              </a:rPr>
              <a:t>0a</a:t>
            </a:r>
            <a:endParaRPr lang="fr-FR" sz="1200" baseline="-25000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628776" y="40290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19926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721851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90576" y="2466975"/>
            <a:ext cx="239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LS174 Q0, </a:t>
            </a:r>
            <a:r>
              <a:rPr lang="fr-FR" sz="1200" dirty="0" err="1" smtClean="0">
                <a:solidFill>
                  <a:srgbClr val="FF0000"/>
                </a:solidFill>
              </a:rPr>
              <a:t>bankswitching</a:t>
            </a:r>
            <a:endParaRPr lang="fr-FR" sz="1200" dirty="0" smtClean="0">
              <a:solidFill>
                <a:srgbClr val="FF0000"/>
              </a:solidFill>
            </a:endParaRPr>
          </a:p>
          <a:p>
            <a:r>
              <a:rPr lang="fr-FR" sz="1200" dirty="0" smtClean="0">
                <a:solidFill>
                  <a:srgbClr val="FF0000"/>
                </a:solidFill>
              </a:rPr>
              <a:t>(not </a:t>
            </a:r>
            <a:r>
              <a:rPr lang="fr-FR" sz="1200" dirty="0" err="1" smtClean="0">
                <a:solidFill>
                  <a:srgbClr val="FF0000"/>
                </a:solidFill>
              </a:rPr>
              <a:t>used</a:t>
            </a:r>
            <a:r>
              <a:rPr lang="fr-FR" sz="1200" dirty="0" smtClean="0">
                <a:solidFill>
                  <a:srgbClr val="FF0000"/>
                </a:solidFill>
              </a:rPr>
              <a:t> in </a:t>
            </a:r>
            <a:r>
              <a:rPr lang="fr-FR" sz="1200" dirty="0" err="1" smtClean="0">
                <a:solidFill>
                  <a:srgbClr val="FF0000"/>
                </a:solidFill>
              </a:rPr>
              <a:t>Sengoku</a:t>
            </a:r>
            <a:r>
              <a:rPr lang="fr-FR" sz="1200" dirty="0" smtClean="0">
                <a:solidFill>
                  <a:srgbClr val="FF0000"/>
                </a:solidFill>
              </a:rPr>
              <a:t> 2)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638300" y="4333875"/>
            <a:ext cx="227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457450" y="20478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</a:t>
            </a:r>
            <a:r>
              <a:rPr lang="fr-FR" dirty="0" err="1" smtClean="0"/>
              <a:t>actual</a:t>
            </a:r>
            <a:r>
              <a:rPr lang="fr-FR" dirty="0" smtClean="0"/>
              <a:t> </a:t>
            </a:r>
            <a:r>
              <a:rPr lang="fr-FR" dirty="0" err="1" smtClean="0"/>
              <a:t>bootleg</a:t>
            </a:r>
            <a:r>
              <a:rPr lang="fr-FR" dirty="0" smtClean="0"/>
              <a:t> PCB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8502650" y="19970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 drop-in replacement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248151" y="4000500"/>
            <a:ext cx="104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381626" y="1533525"/>
            <a:ext cx="156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Cut</a:t>
            </a:r>
            <a:r>
              <a:rPr lang="fr-FR" sz="1400" dirty="0" smtClean="0"/>
              <a:t> trace and use </a:t>
            </a:r>
            <a:r>
              <a:rPr lang="fr-FR" sz="1400" dirty="0" err="1" smtClean="0"/>
              <a:t>bodge</a:t>
            </a:r>
            <a:r>
              <a:rPr lang="fr-FR" sz="1400" dirty="0" smtClean="0"/>
              <a:t> </a:t>
            </a:r>
            <a:r>
              <a:rPr lang="fr-FR" sz="1400" dirty="0" err="1" smtClean="0"/>
              <a:t>wire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pin 1 to VCC</a:t>
            </a:r>
            <a:endParaRPr lang="fr-FR" sz="1400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6515100" y="2143125"/>
            <a:ext cx="1685925" cy="3905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859" y="0"/>
            <a:ext cx="1190614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691" y="72870"/>
            <a:ext cx="7198822" cy="351822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48699" y="360336"/>
            <a:ext cx="4256116" cy="311268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87142" y="3483032"/>
            <a:ext cx="6833062" cy="337496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17673" y="3453826"/>
            <a:ext cx="1787083" cy="332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5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1824" y="383593"/>
            <a:ext cx="3175309" cy="591564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46899" y="451929"/>
            <a:ext cx="7945101" cy="5810596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0" y="3315396"/>
            <a:ext cx="1048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746346" y="3309124"/>
            <a:ext cx="814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5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8731" y="446512"/>
            <a:ext cx="3112253" cy="579817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594" y="400399"/>
            <a:ext cx="7207405" cy="597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0" y="3579309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837181" y="3525179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9525" y="3360002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0" y="3765163"/>
            <a:ext cx="993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846707" y="3297973"/>
            <a:ext cx="104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5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182" y="423901"/>
            <a:ext cx="8078788" cy="603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8165" y="82280"/>
            <a:ext cx="3429000" cy="669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4351" y="0"/>
            <a:ext cx="3563007" cy="6857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663" y="82280"/>
            <a:ext cx="3429000" cy="669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40049" y="33453"/>
            <a:ext cx="3411885" cy="677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1162" y="227207"/>
            <a:ext cx="3812704" cy="645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3222667" y="3111190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A0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30103" y="2828693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230102" y="253876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230102" y="2293434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A3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230100" y="199235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A4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230101" y="172472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A5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226384" y="1464525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A6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237536" y="1196898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A7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7764919" y="840057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A8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7772356" y="111512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A9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761203" y="1393902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7757485" y="168011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7757486" y="195889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7746335" y="221537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746333" y="2516457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7746335" y="277293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A15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7731468" y="3047998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D49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3233814" y="925548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D48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241248" y="620749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D47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7753771" y="572426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D46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7761206" y="301080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D45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731472" y="3326778"/>
            <a:ext cx="105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D6</a:t>
            </a:r>
            <a:endParaRPr lang="fr-FR" dirty="0" smtClean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3256117" y="323382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D7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207796" y="3375100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D9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3215231" y="3917793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D16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3192929" y="365016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7727758" y="359069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7761212" y="388062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D29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7768646" y="440101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D28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7779800" y="494742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D27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7776084" y="554587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D26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3226383" y="611458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D25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3233818" y="556445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D24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244969" y="504034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3237535" y="450880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D22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7753779" y="416312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D30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7772365" y="467235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D31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7772366" y="526337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7779801" y="581721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226386" y="584695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D34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244971" y="529682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D35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3244971" y="477272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D36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3244972" y="422631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D37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783513" y="608856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VCC</a:t>
            </a:r>
          </a:p>
        </p:txBody>
      </p:sp>
      <p:sp>
        <p:nvSpPr>
          <p:cNvPr id="51" name="Rectangle 50"/>
          <p:cNvSpPr/>
          <p:nvPr/>
        </p:nvSpPr>
        <p:spPr>
          <a:xfrm rot="16200000">
            <a:off x="1988282" y="4482119"/>
            <a:ext cx="2120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Mega2560 Pins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5400000">
            <a:off x="7415209" y="1935923"/>
            <a:ext cx="2120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Mega2560 Pins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0687" y="227207"/>
            <a:ext cx="3812704" cy="645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 rot="16200000">
            <a:off x="3795715" y="3100388"/>
            <a:ext cx="3705225" cy="628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>
                <a:solidFill>
                  <a:schemeClr val="tx1"/>
                </a:solidFill>
              </a:rPr>
              <a:t>TSOP 44 adapter</a:t>
            </a:r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16200000">
            <a:off x="1143000" y="3143250"/>
            <a:ext cx="613410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 rot="16200000">
            <a:off x="4210050" y="3048000"/>
            <a:ext cx="61341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879094" y="86863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A8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886531" y="1143697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A9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6875378" y="1422477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871660" y="170869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6871661" y="198747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6860510" y="224395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860508" y="2545032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6860510" y="280151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A15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864693" y="3076573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D49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6867946" y="601001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D46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6875381" y="329655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D45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6864697" y="3355353"/>
            <a:ext cx="105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D6</a:t>
            </a:r>
            <a:endParaRPr lang="fr-FR" dirty="0" smtClean="0">
              <a:solidFill>
                <a:srgbClr val="FF0000"/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6860983" y="361926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6875387" y="390919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D29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6882821" y="442958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D28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6893975" y="497599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D27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6890259" y="557444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D26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6867954" y="419169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D30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6886540" y="470093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D31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6886541" y="529194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6893976" y="584579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D33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6897688" y="611714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VCC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3931233" y="610505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D25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3929143" y="555493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D24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930769" y="503082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3932860" y="449928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D22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931236" y="583743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D34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930771" y="528730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D35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3930771" y="476319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D36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3940297" y="421678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D37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937042" y="3101665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A0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944478" y="2819168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34952" y="253876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934952" y="2245809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A3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934950" y="199235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A4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934951" y="1715196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A5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931234" y="1435950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A6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942386" y="1187373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A7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929139" y="906498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D48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927048" y="611224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D47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932392" y="313857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D7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931696" y="3365575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D9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3939131" y="3908268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D16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3926354" y="364063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51" name="Rectangle 50"/>
          <p:cNvSpPr/>
          <p:nvPr/>
        </p:nvSpPr>
        <p:spPr>
          <a:xfrm rot="16200000">
            <a:off x="2053582" y="3053369"/>
            <a:ext cx="3285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err="1" smtClean="0">
                <a:solidFill>
                  <a:srgbClr val="FF0000"/>
                </a:solidFill>
              </a:rPr>
              <a:t>Arduino</a:t>
            </a:r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 err="1" smtClean="0">
                <a:solidFill>
                  <a:srgbClr val="FF0000"/>
                </a:solidFill>
              </a:rPr>
              <a:t>Mega</a:t>
            </a:r>
            <a:r>
              <a:rPr lang="fr-FR" sz="2400" b="1" dirty="0" smtClean="0">
                <a:solidFill>
                  <a:srgbClr val="FF0000"/>
                </a:solidFill>
              </a:rPr>
              <a:t> 2560 </a:t>
            </a:r>
            <a:r>
              <a:rPr lang="fr-FR" sz="2400" b="1" dirty="0" smtClean="0">
                <a:solidFill>
                  <a:srgbClr val="FF0000"/>
                </a:solidFill>
              </a:rPr>
              <a:t>Pins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37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248</Words>
  <Application>Microsoft Office PowerPoint</Application>
  <PresentationFormat>Grand écran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boichot</dc:creator>
  <cp:lastModifiedBy>boichot</cp:lastModifiedBy>
  <cp:revision>51</cp:revision>
  <dcterms:created xsi:type="dcterms:W3CDTF">2026-07-15T07:56:11Z</dcterms:created>
  <dcterms:modified xsi:type="dcterms:W3CDTF">2026-09-10T13:16:21Z</dcterms:modified>
</cp:coreProperties>
</file>