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 autoAdjust="0"/>
    <p:restoredTop sz="94721" autoAdjust="0"/>
  </p:normalViewPr>
  <p:slideViewPr>
    <p:cSldViewPr snapToGrid="0">
      <p:cViewPr varScale="1">
        <p:scale>
          <a:sx n="85" d="100"/>
          <a:sy n="85" d="100"/>
        </p:scale>
        <p:origin x="-306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04/09/2026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172092" y="690184"/>
            <a:ext cx="3334215" cy="5420481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44075" y="40195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34551" y="41719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134350" y="20097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2813" y="-8865"/>
            <a:ext cx="10095421" cy="68668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31000" y="482600"/>
            <a:ext cx="3535709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31375" y="40576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21851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502650" y="19970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859" y="0"/>
            <a:ext cx="1190614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4691" y="72870"/>
            <a:ext cx="7198822" cy="351822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48699" y="360336"/>
            <a:ext cx="4256116" cy="3112682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187142" y="3483032"/>
            <a:ext cx="6833062" cy="3374967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017673" y="3453826"/>
            <a:ext cx="1787083" cy="332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452558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1824" y="383593"/>
            <a:ext cx="3175309" cy="5915645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246899" y="451929"/>
            <a:ext cx="7945101" cy="5810596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0" y="3315396"/>
            <a:ext cx="1048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3746346" y="3309124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195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68731" y="446512"/>
            <a:ext cx="3112253" cy="5798171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84594" y="400399"/>
            <a:ext cx="7207405" cy="59780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ZoneTexte 10"/>
          <p:cNvSpPr txBox="1"/>
          <p:nvPr/>
        </p:nvSpPr>
        <p:spPr>
          <a:xfrm>
            <a:off x="0" y="3579309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837181" y="3525179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9525" y="3360002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0" y="3765163"/>
            <a:ext cx="993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3846707" y="3297973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1957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182" y="423901"/>
            <a:ext cx="8078788" cy="6030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28165" y="82280"/>
            <a:ext cx="3429000" cy="669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54351" y="0"/>
            <a:ext cx="3563007" cy="6857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2663" y="82280"/>
            <a:ext cx="3429000" cy="669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940049" y="33453"/>
            <a:ext cx="3411885" cy="67756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21162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ZoneTexte 5"/>
          <p:cNvSpPr txBox="1"/>
          <p:nvPr/>
        </p:nvSpPr>
        <p:spPr>
          <a:xfrm>
            <a:off x="3222667" y="311119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230103" y="282869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23010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230102" y="2293434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23010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230101" y="172472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226384" y="146452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237536" y="119689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7764919" y="84005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7772356" y="111512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7761203" y="139390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7757485" y="168011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7757486" y="195889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7746335" y="221537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7746333" y="251645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7746335" y="277293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7731468" y="3047998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3233814" y="92554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241248" y="620749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7753771" y="572426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7761206" y="301080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7731472" y="3326778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 (VCC)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256117" y="323382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207796" y="3375100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215231" y="3917793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192929" y="365016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7727758" y="359069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7761212" y="38806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7768646" y="440101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7779800" y="49474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7776084" y="554587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226383" y="611458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233818" y="556445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244969" y="504034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237535" y="450880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7753779" y="41631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7772365" y="467235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7772366" y="526337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7779801" y="581721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226386" y="584695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244971" y="529682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244971" y="47727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244972" y="422631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7783513" y="608856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1988282" y="4482119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 rot="5400000">
            <a:off x="7415209" y="1935923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</TotalTime>
  <Words>200</Words>
  <Application>Microsoft Office PowerPoint</Application>
  <PresentationFormat>Personnalisé</PresentationFormat>
  <Paragraphs>85</Paragraphs>
  <Slides>10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1" baseType="lpstr">
      <vt:lpstr>Thème Office</vt:lpstr>
      <vt:lpstr>Diapositive 1</vt:lpstr>
      <vt:lpstr>Diapositive 2</vt:lpstr>
      <vt:lpstr>Diapositive 3</vt:lpstr>
      <vt:lpstr>Diapositive 4</vt:lpstr>
      <vt:lpstr>Diapositive 5</vt:lpstr>
      <vt:lpstr>Diapositive 6</vt:lpstr>
      <vt:lpstr>Diapositive 7</vt:lpstr>
      <vt:lpstr>Diapositive 8</vt:lpstr>
      <vt:lpstr>Diapositive 9</vt:lpstr>
      <vt:lpstr>Diapositive 10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46</cp:revision>
  <dcterms:created xsi:type="dcterms:W3CDTF">2026-07-15T07:56:11Z</dcterms:created>
  <dcterms:modified xsi:type="dcterms:W3CDTF">2026-09-04T19:10:10Z</dcterms:modified>
</cp:coreProperties>
</file>