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1" r:id="rId6"/>
    <p:sldId id="260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138" y="4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03778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02157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008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3449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3865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323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9902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7102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8991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9322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943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4CA3-116E-4ABF-8AA6-EBE32C84C16F}" type="datetimeFigureOut">
              <a:rPr lang="fr-FR" smtClean="0"/>
              <a:pPr/>
              <a:t>27/08/2026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B6B2EB-B2C0-48F8-936E-284EF878BEBC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5157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172092" y="690184"/>
            <a:ext cx="3334215" cy="5420481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44075" y="40195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34551" y="41719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134350" y="20097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2813" y="-8865"/>
            <a:ext cx="10095421" cy="68668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31000" y="482600"/>
            <a:ext cx="3535709" cy="548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237998" y="480617"/>
            <a:ext cx="3600953" cy="5668166"/>
          </a:xfrm>
          <a:prstGeom prst="rect">
            <a:avLst/>
          </a:prstGeom>
        </p:spPr>
      </p:pic>
      <p:sp>
        <p:nvSpPr>
          <p:cNvPr id="2" name="ZoneTexte 1"/>
          <p:cNvSpPr txBox="1"/>
          <p:nvPr/>
        </p:nvSpPr>
        <p:spPr>
          <a:xfrm>
            <a:off x="9731375" y="4057650"/>
            <a:ext cx="26098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High for WORD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6610350" y="2486025"/>
            <a:ext cx="16573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High for </a:t>
            </a:r>
            <a:r>
              <a:rPr lang="fr-FR" sz="1200" dirty="0" err="1" smtClean="0">
                <a:solidFill>
                  <a:srgbClr val="FF0000"/>
                </a:solidFill>
              </a:rPr>
              <a:t>read</a:t>
            </a:r>
            <a:r>
              <a:rPr lang="fr-FR" sz="1200" dirty="0" smtClean="0">
                <a:solidFill>
                  <a:srgbClr val="FF0000"/>
                </a:solidFill>
              </a:rPr>
              <a:t> mode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8" name="ZoneTexte 7"/>
          <p:cNvSpPr txBox="1"/>
          <p:nvPr/>
        </p:nvSpPr>
        <p:spPr>
          <a:xfrm>
            <a:off x="6648450" y="4057650"/>
            <a:ext cx="1362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err="1" smtClean="0">
                <a:solidFill>
                  <a:srgbClr val="00B050"/>
                </a:solidFill>
              </a:rPr>
              <a:t>Low</a:t>
            </a:r>
            <a:r>
              <a:rPr lang="fr-FR" sz="1200" dirty="0" smtClean="0">
                <a:solidFill>
                  <a:srgbClr val="00B050"/>
                </a:solidFill>
              </a:rPr>
              <a:t> for </a:t>
            </a:r>
            <a:r>
              <a:rPr lang="fr-FR" sz="1200" dirty="0" err="1" smtClean="0">
                <a:solidFill>
                  <a:srgbClr val="00B050"/>
                </a:solidFill>
              </a:rPr>
              <a:t>read</a:t>
            </a:r>
            <a:r>
              <a:rPr lang="fr-FR" sz="1200" dirty="0" smtClean="0">
                <a:solidFill>
                  <a:srgbClr val="00B050"/>
                </a:solidFill>
              </a:rPr>
              <a:t> mode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1619251" y="41814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0" name="ZoneTexte 9"/>
          <p:cNvSpPr txBox="1"/>
          <p:nvPr/>
        </p:nvSpPr>
        <p:spPr>
          <a:xfrm>
            <a:off x="4238625" y="4171950"/>
            <a:ext cx="1209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1" name="ZoneTexte 10"/>
          <p:cNvSpPr txBox="1"/>
          <p:nvPr/>
        </p:nvSpPr>
        <p:spPr>
          <a:xfrm>
            <a:off x="6934201" y="4352925"/>
            <a:ext cx="990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00B050"/>
                </a:solidFill>
              </a:rPr>
              <a:t>0a</a:t>
            </a:r>
            <a:endParaRPr lang="fr-FR" sz="1200" baseline="-25000" dirty="0">
              <a:solidFill>
                <a:srgbClr val="00B050"/>
              </a:solidFill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1628776" y="4029075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GND on PCB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3" name="ZoneTexte 12"/>
          <p:cNvSpPr txBox="1"/>
          <p:nvPr/>
        </p:nvSpPr>
        <p:spPr>
          <a:xfrm>
            <a:off x="7019926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9721851" y="4210050"/>
            <a:ext cx="952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00B050"/>
                </a:solidFill>
              </a:rPr>
              <a:t>GND on PCB</a:t>
            </a:r>
            <a:endParaRPr lang="fr-FR" sz="1200" dirty="0">
              <a:solidFill>
                <a:srgbClr val="00B050"/>
              </a:solidFill>
            </a:endParaRPr>
          </a:p>
        </p:txBody>
      </p:sp>
      <p:sp>
        <p:nvSpPr>
          <p:cNvPr id="15" name="ZoneTexte 14"/>
          <p:cNvSpPr txBox="1"/>
          <p:nvPr/>
        </p:nvSpPr>
        <p:spPr>
          <a:xfrm>
            <a:off x="790576" y="2466975"/>
            <a:ext cx="23907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LS174 Q0, </a:t>
            </a:r>
            <a:r>
              <a:rPr lang="fr-FR" sz="1200" dirty="0" err="1" smtClean="0">
                <a:solidFill>
                  <a:srgbClr val="FF0000"/>
                </a:solidFill>
              </a:rPr>
              <a:t>bankswitching</a:t>
            </a:r>
            <a:endParaRPr lang="fr-FR" sz="1200" dirty="0" smtClean="0">
              <a:solidFill>
                <a:srgbClr val="FF0000"/>
              </a:solidFill>
            </a:endParaRPr>
          </a:p>
          <a:p>
            <a:r>
              <a:rPr lang="fr-FR" sz="1200" dirty="0" smtClean="0">
                <a:solidFill>
                  <a:srgbClr val="FF0000"/>
                </a:solidFill>
              </a:rPr>
              <a:t>(not </a:t>
            </a:r>
            <a:r>
              <a:rPr lang="fr-FR" sz="1200" dirty="0" err="1" smtClean="0">
                <a:solidFill>
                  <a:srgbClr val="FF0000"/>
                </a:solidFill>
              </a:rPr>
              <a:t>used</a:t>
            </a:r>
            <a:r>
              <a:rPr lang="fr-FR" sz="1200" dirty="0" smtClean="0">
                <a:solidFill>
                  <a:srgbClr val="FF0000"/>
                </a:solidFill>
              </a:rPr>
              <a:t> in </a:t>
            </a:r>
            <a:r>
              <a:rPr lang="fr-FR" sz="1200" dirty="0" err="1" smtClean="0">
                <a:solidFill>
                  <a:srgbClr val="FF0000"/>
                </a:solidFill>
              </a:rPr>
              <a:t>Sengoku</a:t>
            </a:r>
            <a:r>
              <a:rPr lang="fr-FR" sz="1200" dirty="0" smtClean="0">
                <a:solidFill>
                  <a:srgbClr val="FF0000"/>
                </a:solidFill>
              </a:rPr>
              <a:t> 2)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1638300" y="4333875"/>
            <a:ext cx="22764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LS139 O</a:t>
            </a:r>
            <a:r>
              <a:rPr lang="fr-FR" sz="1200" baseline="-25000" dirty="0" smtClean="0">
                <a:solidFill>
                  <a:srgbClr val="FF0000"/>
                </a:solidFill>
              </a:rPr>
              <a:t>0a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18" name="ZoneTexte 17"/>
          <p:cNvSpPr txBox="1"/>
          <p:nvPr/>
        </p:nvSpPr>
        <p:spPr>
          <a:xfrm>
            <a:off x="2457450" y="20478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On </a:t>
            </a:r>
            <a:r>
              <a:rPr lang="fr-FR" dirty="0" err="1" smtClean="0"/>
              <a:t>actual</a:t>
            </a:r>
            <a:r>
              <a:rPr lang="fr-FR" dirty="0" smtClean="0"/>
              <a:t> </a:t>
            </a:r>
            <a:r>
              <a:rPr lang="fr-FR" dirty="0" err="1" smtClean="0"/>
              <a:t>bootleg</a:t>
            </a:r>
            <a:r>
              <a:rPr lang="fr-FR" dirty="0" smtClean="0"/>
              <a:t> PCB</a:t>
            </a:r>
            <a:endParaRPr lang="fr-FR" dirty="0"/>
          </a:p>
        </p:txBody>
      </p:sp>
      <p:sp>
        <p:nvSpPr>
          <p:cNvPr id="19" name="ZoneTexte 18"/>
          <p:cNvSpPr txBox="1"/>
          <p:nvPr/>
        </p:nvSpPr>
        <p:spPr>
          <a:xfrm>
            <a:off x="8502650" y="1997075"/>
            <a:ext cx="262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For drop-in replacement</a:t>
            </a:r>
            <a:endParaRPr lang="fr-FR" dirty="0"/>
          </a:p>
        </p:txBody>
      </p:sp>
      <p:sp>
        <p:nvSpPr>
          <p:cNvPr id="20" name="ZoneTexte 19"/>
          <p:cNvSpPr txBox="1"/>
          <p:nvPr/>
        </p:nvSpPr>
        <p:spPr>
          <a:xfrm>
            <a:off x="4248151" y="4000500"/>
            <a:ext cx="10477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 smtClean="0">
                <a:solidFill>
                  <a:srgbClr val="FF0000"/>
                </a:solidFill>
              </a:rPr>
              <a:t>To 3.3V</a:t>
            </a:r>
            <a:endParaRPr lang="fr-FR" sz="1200" baseline="-25000" dirty="0">
              <a:solidFill>
                <a:srgbClr val="FF0000"/>
              </a:solidFill>
            </a:endParaRPr>
          </a:p>
        </p:txBody>
      </p:sp>
      <p:sp>
        <p:nvSpPr>
          <p:cNvPr id="21" name="ZoneTexte 20"/>
          <p:cNvSpPr txBox="1"/>
          <p:nvPr/>
        </p:nvSpPr>
        <p:spPr>
          <a:xfrm>
            <a:off x="5381626" y="1533525"/>
            <a:ext cx="15620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 err="1" smtClean="0"/>
              <a:t>Cut</a:t>
            </a:r>
            <a:r>
              <a:rPr lang="fr-FR" sz="1400" dirty="0" smtClean="0"/>
              <a:t> trace and use </a:t>
            </a:r>
            <a:r>
              <a:rPr lang="fr-FR" sz="1400" dirty="0" err="1" smtClean="0"/>
              <a:t>bodge</a:t>
            </a:r>
            <a:r>
              <a:rPr lang="fr-FR" sz="1400" dirty="0" smtClean="0"/>
              <a:t> </a:t>
            </a:r>
            <a:r>
              <a:rPr lang="fr-FR" sz="1400" dirty="0" err="1" smtClean="0"/>
              <a:t>wire</a:t>
            </a:r>
            <a:r>
              <a:rPr lang="fr-FR" sz="1400" dirty="0" smtClean="0"/>
              <a:t> </a:t>
            </a:r>
            <a:r>
              <a:rPr lang="fr-FR" sz="1400" dirty="0" err="1" smtClean="0"/>
              <a:t>from</a:t>
            </a:r>
            <a:r>
              <a:rPr lang="fr-FR" sz="1400" dirty="0" smtClean="0"/>
              <a:t> pin 1 to VCC</a:t>
            </a:r>
            <a:endParaRPr lang="fr-FR" sz="1400" dirty="0"/>
          </a:p>
        </p:txBody>
      </p:sp>
      <p:cxnSp>
        <p:nvCxnSpPr>
          <p:cNvPr id="23" name="Connecteur droit avec flèche 22"/>
          <p:cNvCxnSpPr/>
          <p:nvPr/>
        </p:nvCxnSpPr>
        <p:spPr>
          <a:xfrm>
            <a:off x="6515100" y="2143125"/>
            <a:ext cx="1685925" cy="3905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0226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859" y="0"/>
            <a:ext cx="11906141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91" y="72870"/>
            <a:ext cx="7198822" cy="3518227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8699" y="360336"/>
            <a:ext cx="4256116" cy="3112682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7142" y="3483032"/>
            <a:ext cx="6833062" cy="3374967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673" y="3453826"/>
            <a:ext cx="1787083" cy="3329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558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858" y="394744"/>
            <a:ext cx="3175309" cy="5915645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6981" y="407324"/>
            <a:ext cx="7945101" cy="5810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576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130</Words>
  <Application>Microsoft Office PowerPoint</Application>
  <PresentationFormat>Grand écran</PresentationFormat>
  <Paragraphs>32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boichot</dc:creator>
  <cp:lastModifiedBy>boichot</cp:lastModifiedBy>
  <cp:revision>32</cp:revision>
  <dcterms:created xsi:type="dcterms:W3CDTF">2026-07-15T07:56:11Z</dcterms:created>
  <dcterms:modified xsi:type="dcterms:W3CDTF">2026-08-27T13:04:29Z</dcterms:modified>
</cp:coreProperties>
</file>