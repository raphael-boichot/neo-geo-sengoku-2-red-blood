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5" r:id="rId6"/>
    <p:sldId id="266" r:id="rId7"/>
    <p:sldId id="267" r:id="rId8"/>
    <p:sldId id="268" r:id="rId9"/>
    <p:sldId id="269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ichot" initials="b" lastIdx="1" clrIdx="0">
    <p:extLst>
      <p:ext uri="{19B8F6BF-5375-455C-9EA6-DF929625EA0E}">
        <p15:presenceInfo xmlns:p15="http://schemas.microsoft.com/office/powerpoint/2012/main" userId="boichot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 autoAdjust="0"/>
    <p:restoredTop sz="94721" autoAdjust="0"/>
  </p:normalViewPr>
  <p:slideViewPr>
    <p:cSldViewPr snapToGrid="0">
      <p:cViewPr varScale="1">
        <p:scale>
          <a:sx n="101" d="100"/>
          <a:sy n="101" d="100"/>
        </p:scale>
        <p:origin x="144" y="6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3778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215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008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344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3865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32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9902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7102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899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9322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943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515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172092" y="690184"/>
            <a:ext cx="3334215" cy="5420481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44075" y="40195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34551" y="41719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134350" y="20097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81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2813" y="-8865"/>
            <a:ext cx="10095421" cy="68668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31000" y="482600"/>
            <a:ext cx="3535709" cy="548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31375" y="40576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21851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502650" y="19970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859" y="0"/>
            <a:ext cx="11906141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21162" y="227207"/>
            <a:ext cx="3812704" cy="645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ZoneTexte 5"/>
          <p:cNvSpPr txBox="1"/>
          <p:nvPr/>
        </p:nvSpPr>
        <p:spPr>
          <a:xfrm>
            <a:off x="3222667" y="3111190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A0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3230103" y="2828693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3230102" y="253876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A2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3230102" y="2293434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A3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230100" y="199235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A4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3230101" y="172472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A5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226384" y="1464525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A6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3237536" y="1196898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A7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7764919" y="840057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A8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7772356" y="111512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A9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7761203" y="1393902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A10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7757485" y="168011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A11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7757486" y="195889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A12</a:t>
            </a:r>
          </a:p>
        </p:txBody>
      </p:sp>
      <p:sp>
        <p:nvSpPr>
          <p:cNvPr id="20" name="ZoneTexte 19"/>
          <p:cNvSpPr txBox="1"/>
          <p:nvPr/>
        </p:nvSpPr>
        <p:spPr>
          <a:xfrm>
            <a:off x="7746335" y="221537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A13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7746333" y="2516457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A14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7746335" y="277293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A15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7731468" y="3047998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D49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3233814" y="925548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D48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241248" y="620749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D47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7753771" y="572426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D46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7761206" y="301080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D45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7731472" y="3326778"/>
            <a:ext cx="105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3256117" y="323382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D7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207796" y="3375100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D9</a:t>
            </a:r>
          </a:p>
        </p:txBody>
      </p:sp>
      <p:sp>
        <p:nvSpPr>
          <p:cNvPr id="31" name="ZoneTexte 30"/>
          <p:cNvSpPr txBox="1"/>
          <p:nvPr/>
        </p:nvSpPr>
        <p:spPr>
          <a:xfrm>
            <a:off x="3215231" y="3917793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D16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3192929" y="365016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3" name="ZoneTexte 32"/>
          <p:cNvSpPr txBox="1"/>
          <p:nvPr/>
        </p:nvSpPr>
        <p:spPr>
          <a:xfrm>
            <a:off x="7727758" y="359069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7761212" y="38806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D29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7768646" y="440101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D28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7779800" y="49474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D27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7776084" y="554587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D26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226383" y="611458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D25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3233818" y="556445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D24</a:t>
            </a:r>
          </a:p>
        </p:txBody>
      </p:sp>
      <p:sp>
        <p:nvSpPr>
          <p:cNvPr id="40" name="ZoneTexte 39"/>
          <p:cNvSpPr txBox="1"/>
          <p:nvPr/>
        </p:nvSpPr>
        <p:spPr>
          <a:xfrm>
            <a:off x="3244969" y="504034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D23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3237535" y="450880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D22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7753779" y="41631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D30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7772365" y="467235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D31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7772366" y="526337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D32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7779801" y="581721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D33</a:t>
            </a:r>
          </a:p>
        </p:txBody>
      </p:sp>
      <p:sp>
        <p:nvSpPr>
          <p:cNvPr id="46" name="ZoneTexte 45"/>
          <p:cNvSpPr txBox="1"/>
          <p:nvPr/>
        </p:nvSpPr>
        <p:spPr>
          <a:xfrm>
            <a:off x="3226386" y="584695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D34</a:t>
            </a:r>
          </a:p>
        </p:txBody>
      </p:sp>
      <p:sp>
        <p:nvSpPr>
          <p:cNvPr id="47" name="ZoneTexte 46"/>
          <p:cNvSpPr txBox="1"/>
          <p:nvPr/>
        </p:nvSpPr>
        <p:spPr>
          <a:xfrm>
            <a:off x="3244971" y="529682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D35</a:t>
            </a:r>
          </a:p>
        </p:txBody>
      </p:sp>
      <p:sp>
        <p:nvSpPr>
          <p:cNvPr id="48" name="ZoneTexte 47"/>
          <p:cNvSpPr txBox="1"/>
          <p:nvPr/>
        </p:nvSpPr>
        <p:spPr>
          <a:xfrm>
            <a:off x="3244971" y="47727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D36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3244972" y="422631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D37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7783513" y="608856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VCC</a:t>
            </a:r>
          </a:p>
        </p:txBody>
      </p:sp>
      <p:sp>
        <p:nvSpPr>
          <p:cNvPr id="51" name="Rectangle 50"/>
          <p:cNvSpPr/>
          <p:nvPr/>
        </p:nvSpPr>
        <p:spPr>
          <a:xfrm rot="16200000">
            <a:off x="1988282" y="4482119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 rot="5400000">
            <a:off x="7415209" y="1935923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30687" y="227207"/>
            <a:ext cx="3812704" cy="645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Rectangle 1"/>
          <p:cNvSpPr/>
          <p:nvPr/>
        </p:nvSpPr>
        <p:spPr>
          <a:xfrm rot="16200000">
            <a:off x="3795715" y="3100388"/>
            <a:ext cx="3705225" cy="6286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 smtClean="0">
                <a:solidFill>
                  <a:schemeClr val="tx1"/>
                </a:solidFill>
              </a:rPr>
              <a:t>PSOP 44 adapter</a:t>
            </a:r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 rot="16200000">
            <a:off x="1143000" y="3143250"/>
            <a:ext cx="6134100" cy="5715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 rot="16200000">
            <a:off x="4210050" y="3048000"/>
            <a:ext cx="6134100" cy="76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6879094" y="86863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A8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6886531" y="1143697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A9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6875378" y="1422477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A10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6871660" y="170869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A11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6871661" y="198747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A12</a:t>
            </a:r>
          </a:p>
        </p:txBody>
      </p:sp>
      <p:sp>
        <p:nvSpPr>
          <p:cNvPr id="20" name="ZoneTexte 19"/>
          <p:cNvSpPr txBox="1"/>
          <p:nvPr/>
        </p:nvSpPr>
        <p:spPr>
          <a:xfrm>
            <a:off x="6860510" y="224395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A13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6860508" y="2545032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A14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6860510" y="280151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A15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6864693" y="3076573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D49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6867946" y="601001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D46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6875381" y="329655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D45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6864697" y="3355353"/>
            <a:ext cx="105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</a:t>
            </a:r>
          </a:p>
        </p:txBody>
      </p:sp>
      <p:sp>
        <p:nvSpPr>
          <p:cNvPr id="33" name="ZoneTexte 32"/>
          <p:cNvSpPr txBox="1"/>
          <p:nvPr/>
        </p:nvSpPr>
        <p:spPr>
          <a:xfrm>
            <a:off x="6860983" y="361926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6875387" y="390919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D29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6882821" y="442958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D28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6893975" y="497599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D27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6890259" y="557444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D26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6867954" y="419169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D30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6886540" y="470093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D31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6886541" y="529194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D32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6893976" y="584579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D33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6897688" y="611714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VCC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931233" y="610505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D25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3929143" y="555493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D24</a:t>
            </a:r>
          </a:p>
        </p:txBody>
      </p:sp>
      <p:sp>
        <p:nvSpPr>
          <p:cNvPr id="40" name="ZoneTexte 39"/>
          <p:cNvSpPr txBox="1"/>
          <p:nvPr/>
        </p:nvSpPr>
        <p:spPr>
          <a:xfrm>
            <a:off x="3930769" y="503082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D23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3932860" y="449928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D22</a:t>
            </a:r>
          </a:p>
        </p:txBody>
      </p:sp>
      <p:sp>
        <p:nvSpPr>
          <p:cNvPr id="46" name="ZoneTexte 45"/>
          <p:cNvSpPr txBox="1"/>
          <p:nvPr/>
        </p:nvSpPr>
        <p:spPr>
          <a:xfrm>
            <a:off x="3931236" y="583743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D34</a:t>
            </a:r>
          </a:p>
        </p:txBody>
      </p:sp>
      <p:sp>
        <p:nvSpPr>
          <p:cNvPr id="47" name="ZoneTexte 46"/>
          <p:cNvSpPr txBox="1"/>
          <p:nvPr/>
        </p:nvSpPr>
        <p:spPr>
          <a:xfrm>
            <a:off x="3930771" y="528730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D35</a:t>
            </a:r>
          </a:p>
        </p:txBody>
      </p:sp>
      <p:sp>
        <p:nvSpPr>
          <p:cNvPr id="48" name="ZoneTexte 47"/>
          <p:cNvSpPr txBox="1"/>
          <p:nvPr/>
        </p:nvSpPr>
        <p:spPr>
          <a:xfrm>
            <a:off x="3930771" y="476319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D36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3940297" y="421678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D37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3937042" y="3101665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A0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3944478" y="2819168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3934952" y="253876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A2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3934952" y="2245809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A3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934950" y="199235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A4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3934951" y="1715196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A5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931234" y="1435950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A6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3942386" y="1187373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A7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4" name="ZoneTexte 23"/>
          <p:cNvSpPr txBox="1"/>
          <p:nvPr/>
        </p:nvSpPr>
        <p:spPr>
          <a:xfrm>
            <a:off x="3929139" y="906498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D48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927048" y="611224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D47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3932392" y="313857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D7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931696" y="3365575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D9</a:t>
            </a:r>
          </a:p>
        </p:txBody>
      </p:sp>
      <p:sp>
        <p:nvSpPr>
          <p:cNvPr id="31" name="ZoneTexte 30"/>
          <p:cNvSpPr txBox="1"/>
          <p:nvPr/>
        </p:nvSpPr>
        <p:spPr>
          <a:xfrm>
            <a:off x="3939131" y="3908268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D16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3926354" y="364063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51" name="Rectangle 50"/>
          <p:cNvSpPr/>
          <p:nvPr/>
        </p:nvSpPr>
        <p:spPr>
          <a:xfrm rot="16200000">
            <a:off x="2053582" y="3053369"/>
            <a:ext cx="32854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err="1" smtClean="0">
                <a:solidFill>
                  <a:srgbClr val="FF0000"/>
                </a:solidFill>
              </a:rPr>
              <a:t>Arduino</a:t>
            </a:r>
            <a:r>
              <a:rPr lang="fr-FR" sz="2400" b="1" dirty="0" smtClean="0">
                <a:solidFill>
                  <a:srgbClr val="FF0000"/>
                </a:solidFill>
              </a:rPr>
              <a:t> </a:t>
            </a:r>
            <a:r>
              <a:rPr lang="fr-FR" sz="2400" b="1" dirty="0" err="1" smtClean="0">
                <a:solidFill>
                  <a:srgbClr val="FF0000"/>
                </a:solidFill>
              </a:rPr>
              <a:t>Mega</a:t>
            </a:r>
            <a:r>
              <a:rPr lang="fr-FR" sz="2400" b="1" dirty="0" smtClean="0">
                <a:solidFill>
                  <a:srgbClr val="FF0000"/>
                </a:solidFill>
              </a:rPr>
              <a:t> 2560 Pins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372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BOICHOT\Downloads\Neo-Geo-Sengoku-2-Red-Blood-main\MVS_bootleg_convert\Detail_on_C1_C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59366" y="0"/>
            <a:ext cx="10275944" cy="6858000"/>
          </a:xfrm>
          <a:prstGeom prst="rect">
            <a:avLst/>
          </a:prstGeom>
          <a:noFill/>
        </p:spPr>
      </p:pic>
      <p:sp>
        <p:nvSpPr>
          <p:cNvPr id="5" name="ZoneTexte 4"/>
          <p:cNvSpPr txBox="1"/>
          <p:nvPr/>
        </p:nvSpPr>
        <p:spPr>
          <a:xfrm>
            <a:off x="7326352" y="5686220"/>
            <a:ext cx="3523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err="1" smtClean="0">
                <a:solidFill>
                  <a:srgbClr val="FFC000"/>
                </a:solidFill>
              </a:rPr>
              <a:t>Cut</a:t>
            </a:r>
            <a:r>
              <a:rPr lang="fr-FR" sz="3600" b="1" dirty="0" smtClean="0">
                <a:solidFill>
                  <a:srgbClr val="FFC000"/>
                </a:solidFill>
              </a:rPr>
              <a:t> trace to A21</a:t>
            </a:r>
            <a:endParaRPr lang="fr-FR" sz="3600" b="1" dirty="0">
              <a:solidFill>
                <a:srgbClr val="FFC000"/>
              </a:solidFill>
            </a:endParaRPr>
          </a:p>
        </p:txBody>
      </p:sp>
      <p:cxnSp>
        <p:nvCxnSpPr>
          <p:cNvPr id="7" name="Connecteur droit avec flèche 6"/>
          <p:cNvCxnSpPr/>
          <p:nvPr/>
        </p:nvCxnSpPr>
        <p:spPr>
          <a:xfrm flipH="1" flipV="1">
            <a:off x="6768790" y="5620215"/>
            <a:ext cx="591015" cy="356839"/>
          </a:xfrm>
          <a:prstGeom prst="straightConnector1">
            <a:avLst/>
          </a:prstGeom>
          <a:ln w="5397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1399712" y="0"/>
            <a:ext cx="46760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err="1" smtClean="0">
                <a:solidFill>
                  <a:srgbClr val="FFC000"/>
                </a:solidFill>
              </a:rPr>
              <a:t>Connect</a:t>
            </a:r>
            <a:r>
              <a:rPr lang="fr-FR" sz="3600" b="1" dirty="0" smtClean="0">
                <a:solidFill>
                  <a:srgbClr val="FFC000"/>
                </a:solidFill>
              </a:rPr>
              <a:t> A21 to VCC</a:t>
            </a:r>
            <a:endParaRPr lang="fr-FR" sz="3600" b="1" dirty="0">
              <a:solidFill>
                <a:srgbClr val="FFC000"/>
              </a:solidFill>
            </a:endParaRPr>
          </a:p>
        </p:txBody>
      </p:sp>
      <p:cxnSp>
        <p:nvCxnSpPr>
          <p:cNvPr id="9" name="Connecteur droit avec flèche 8"/>
          <p:cNvCxnSpPr/>
          <p:nvPr/>
        </p:nvCxnSpPr>
        <p:spPr>
          <a:xfrm>
            <a:off x="1828800" y="571500"/>
            <a:ext cx="423747" cy="822402"/>
          </a:xfrm>
          <a:prstGeom prst="straightConnector1">
            <a:avLst/>
          </a:prstGeom>
          <a:ln w="5397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 rot="4319509">
            <a:off x="2456987" y="2277662"/>
            <a:ext cx="1367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smtClean="0">
                <a:solidFill>
                  <a:srgbClr val="FFC000"/>
                </a:solidFill>
              </a:rPr>
              <a:t>6.8k</a:t>
            </a:r>
            <a:r>
              <a:rPr lang="el-GR" sz="3600" b="1" dirty="0" smtClean="0">
                <a:solidFill>
                  <a:srgbClr val="FFC000"/>
                </a:solidFill>
              </a:rPr>
              <a:t>Ω</a:t>
            </a:r>
            <a:endParaRPr lang="fr-FR" sz="3600" b="1" dirty="0">
              <a:solidFill>
                <a:srgbClr val="FFC000"/>
              </a:solidFill>
            </a:endParaRPr>
          </a:p>
        </p:txBody>
      </p:sp>
      <p:cxnSp>
        <p:nvCxnSpPr>
          <p:cNvPr id="13" name="Connecteur droit avec flèche 12"/>
          <p:cNvCxnSpPr/>
          <p:nvPr/>
        </p:nvCxnSpPr>
        <p:spPr>
          <a:xfrm flipH="1" flipV="1">
            <a:off x="3854606" y="4624039"/>
            <a:ext cx="427462" cy="561278"/>
          </a:xfrm>
          <a:prstGeom prst="straightConnector1">
            <a:avLst/>
          </a:prstGeom>
          <a:ln w="5397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4018159" y="5121225"/>
            <a:ext cx="1323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smtClean="0">
                <a:solidFill>
                  <a:srgbClr val="FFC000"/>
                </a:solidFill>
              </a:rPr>
              <a:t>VCC</a:t>
            </a:r>
            <a:endParaRPr lang="fr-FR" sz="3600" b="1" dirty="0">
              <a:solidFill>
                <a:srgbClr val="FFC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457575" y="623101"/>
            <a:ext cx="6571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smtClean="0">
                <a:solidFill>
                  <a:srgbClr val="FFC000"/>
                </a:solidFill>
              </a:rPr>
              <a:t>2xMX29LV320 or MX29L3211</a:t>
            </a:r>
            <a:endParaRPr lang="fr-FR" sz="3600" b="1" dirty="0">
              <a:solidFill>
                <a:srgbClr val="FFC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BOICHOT\Downloads\Neo-Geo-Sengoku-2-Red-Blood-main\MVS_bootleg_convert\Detail_on_P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47492" y="0"/>
            <a:ext cx="10275945" cy="6858000"/>
          </a:xfrm>
          <a:prstGeom prst="rect">
            <a:avLst/>
          </a:prstGeom>
          <a:noFill/>
        </p:spPr>
      </p:pic>
      <p:sp>
        <p:nvSpPr>
          <p:cNvPr id="5" name="ZoneTexte 4"/>
          <p:cNvSpPr txBox="1"/>
          <p:nvPr/>
        </p:nvSpPr>
        <p:spPr>
          <a:xfrm>
            <a:off x="3668752" y="4248615"/>
            <a:ext cx="65792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b="1" dirty="0" smtClean="0">
                <a:solidFill>
                  <a:srgbClr val="FFC000"/>
                </a:solidFill>
              </a:rPr>
              <a:t>Mount P1 on socket</a:t>
            </a:r>
            <a:endParaRPr lang="fr-FR" sz="6000" b="1" dirty="0">
              <a:solidFill>
                <a:srgbClr val="FFC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BOICHOT\Downloads\Neo-Geo-Sengoku-2-Red-Blood-main\MVS_bootleg_convert\Harware_necessar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278780"/>
            <a:ext cx="12160588" cy="6266985"/>
          </a:xfrm>
          <a:prstGeom prst="rect">
            <a:avLst/>
          </a:prstGeom>
          <a:noFill/>
        </p:spPr>
      </p:pic>
      <p:sp>
        <p:nvSpPr>
          <p:cNvPr id="5" name="ZoneTexte 4"/>
          <p:cNvSpPr txBox="1"/>
          <p:nvPr/>
        </p:nvSpPr>
        <p:spPr>
          <a:xfrm>
            <a:off x="802887" y="5586761"/>
            <a:ext cx="77389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dirty="0" smtClean="0">
                <a:solidFill>
                  <a:srgbClr val="FFFF00"/>
                </a:solidFill>
              </a:rPr>
              <a:t>GQ 4x4 </a:t>
            </a:r>
            <a:r>
              <a:rPr lang="fr-FR" sz="4000" b="1" dirty="0" err="1" smtClean="0">
                <a:solidFill>
                  <a:srgbClr val="FFFF00"/>
                </a:solidFill>
              </a:rPr>
              <a:t>with</a:t>
            </a:r>
            <a:r>
              <a:rPr lang="fr-FR" sz="4000" b="1" dirty="0" smtClean="0">
                <a:solidFill>
                  <a:srgbClr val="FFFF00"/>
                </a:solidFill>
              </a:rPr>
              <a:t> ADP-054 </a:t>
            </a:r>
            <a:r>
              <a:rPr lang="fr-FR" sz="4000" b="1" dirty="0" err="1" smtClean="0">
                <a:solidFill>
                  <a:srgbClr val="FFFF00"/>
                </a:solidFill>
              </a:rPr>
              <a:t>adapater</a:t>
            </a:r>
            <a:endParaRPr lang="fr-FR" sz="4000" b="1" dirty="0">
              <a:solidFill>
                <a:srgbClr val="FFFF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8987883" y="1059366"/>
            <a:ext cx="3204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dirty="0" err="1" smtClean="0">
                <a:solidFill>
                  <a:srgbClr val="FFFF00"/>
                </a:solidFill>
              </a:rPr>
              <a:t>Mega</a:t>
            </a:r>
            <a:r>
              <a:rPr lang="fr-FR" sz="4000" b="1" dirty="0" smtClean="0">
                <a:solidFill>
                  <a:srgbClr val="FFFF00"/>
                </a:solidFill>
              </a:rPr>
              <a:t> Burner</a:t>
            </a:r>
            <a:endParaRPr lang="fr-FR" sz="4000" b="1" dirty="0">
              <a:solidFill>
                <a:srgbClr val="FFFF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254</Words>
  <Application>Microsoft Office PowerPoint</Application>
  <PresentationFormat>Grand écran</PresentationFormat>
  <Paragraphs>132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boichot</dc:creator>
  <cp:lastModifiedBy>boichot</cp:lastModifiedBy>
  <cp:revision>59</cp:revision>
  <dcterms:created xsi:type="dcterms:W3CDTF">2026-07-15T07:56:11Z</dcterms:created>
  <dcterms:modified xsi:type="dcterms:W3CDTF">2026-09-14T09:03:30Z</dcterms:modified>
</cp:coreProperties>
</file>