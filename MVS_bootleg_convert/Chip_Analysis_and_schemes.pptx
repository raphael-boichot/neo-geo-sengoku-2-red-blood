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5" r:id="rId6"/>
    <p:sldId id="266" r:id="rId7"/>
    <p:sldId id="267" r:id="rId8"/>
    <p:sldId id="268" r:id="rId9"/>
    <p:sldId id="269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ichot" initials="b" lastIdx="1" clrIdx="0">
    <p:extLst>
      <p:ext uri="{19B8F6BF-5375-455C-9EA6-DF929625EA0E}">
        <p15:presenceInfo xmlns:p15="http://schemas.microsoft.com/office/powerpoint/2012/main" userId="boichot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 autoAdjust="0"/>
    <p:restoredTop sz="94721" autoAdjust="0"/>
  </p:normalViewPr>
  <p:slideViewPr>
    <p:cSldViewPr snapToGrid="0">
      <p:cViewPr varScale="1">
        <p:scale>
          <a:sx n="101" d="100"/>
          <a:sy n="101" d="100"/>
        </p:scale>
        <p:origin x="144" y="6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14/09/2026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30687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 rot="16200000">
            <a:off x="3795715" y="3100388"/>
            <a:ext cx="3705225" cy="6286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dirty="0" smtClean="0">
                <a:solidFill>
                  <a:schemeClr val="tx1"/>
                </a:solidFill>
              </a:rPr>
              <a:t>PSOP </a:t>
            </a:r>
            <a:r>
              <a:rPr lang="fr-FR" sz="3600" dirty="0" smtClean="0">
                <a:solidFill>
                  <a:schemeClr val="tx1"/>
                </a:solidFill>
              </a:rPr>
              <a:t>44 adapter</a:t>
            </a:r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 rot="16200000">
            <a:off x="1143000" y="3143250"/>
            <a:ext cx="6134100" cy="571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 rot="16200000">
            <a:off x="4210050" y="3048000"/>
            <a:ext cx="6134100" cy="76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3600" dirty="0">
              <a:solidFill>
                <a:schemeClr val="tx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879094" y="86863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6886531" y="114369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6875378" y="142247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871660" y="170869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6871661" y="198747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6860510" y="224395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6860508" y="254503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6860510" y="2801510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6864693" y="3076573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6867946" y="601001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6875381" y="329655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6864697" y="3355353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6860983" y="361926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6875387" y="39091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6882821" y="442958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6893975" y="497599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6890259" y="557444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6867954" y="41916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6886540" y="470093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6886541" y="529194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893976" y="584579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6897688" y="611714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931233" y="610505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929143" y="555493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930769" y="503082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932860" y="449928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931236" y="5837430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930771" y="528730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930771" y="476319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940297" y="4216787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3937042" y="310166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944478" y="281916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93495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934952" y="2245809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93495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934951" y="1715196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931234" y="143595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942386" y="118737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3929139" y="90649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927048" y="611224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932392" y="313857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931696" y="3365575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939131" y="3908268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3926354" y="364063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2053582" y="3053369"/>
            <a:ext cx="32854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err="1" smtClean="0">
                <a:solidFill>
                  <a:srgbClr val="FF0000"/>
                </a:solidFill>
              </a:rPr>
              <a:t>Arduino</a:t>
            </a:r>
            <a:r>
              <a:rPr lang="fr-FR" sz="2400" b="1" dirty="0" smtClean="0">
                <a:solidFill>
                  <a:srgbClr val="FF0000"/>
                </a:solidFill>
              </a:rPr>
              <a:t> </a:t>
            </a:r>
            <a:r>
              <a:rPr lang="fr-FR" sz="2400" b="1" dirty="0" err="1" smtClean="0">
                <a:solidFill>
                  <a:srgbClr val="FF0000"/>
                </a:solidFill>
              </a:rPr>
              <a:t>Mega</a:t>
            </a:r>
            <a:r>
              <a:rPr lang="fr-FR" sz="2400" b="1" dirty="0" smtClean="0">
                <a:solidFill>
                  <a:srgbClr val="FF0000"/>
                </a:solidFill>
              </a:rPr>
              <a:t> 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37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Neo-Geo-Sengoku-2-Red-Blood-main\MVS_bootleg_convert\Detail_on_C1_C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59366" y="0"/>
            <a:ext cx="10275944" cy="6858000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7326352" y="5686220"/>
            <a:ext cx="3523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 smtClean="0">
                <a:solidFill>
                  <a:srgbClr val="FFC000"/>
                </a:solidFill>
              </a:rPr>
              <a:t>Cut</a:t>
            </a:r>
            <a:r>
              <a:rPr lang="fr-FR" sz="3600" b="1" dirty="0" smtClean="0">
                <a:solidFill>
                  <a:srgbClr val="FFC000"/>
                </a:solidFill>
              </a:rPr>
              <a:t> trace to A21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7" name="Connecteur droit avec flèche 6"/>
          <p:cNvCxnSpPr/>
          <p:nvPr/>
        </p:nvCxnSpPr>
        <p:spPr>
          <a:xfrm flipH="1" flipV="1">
            <a:off x="6768790" y="5620215"/>
            <a:ext cx="591015" cy="356839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1390187" y="184951"/>
            <a:ext cx="46760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err="1" smtClean="0">
                <a:solidFill>
                  <a:srgbClr val="FFC000"/>
                </a:solidFill>
              </a:rPr>
              <a:t>Connect</a:t>
            </a:r>
            <a:r>
              <a:rPr lang="fr-FR" sz="3600" b="1" dirty="0" smtClean="0">
                <a:solidFill>
                  <a:srgbClr val="FFC000"/>
                </a:solidFill>
              </a:rPr>
              <a:t> A21 to VCC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9" name="Connecteur droit avec flèche 8"/>
          <p:cNvCxnSpPr/>
          <p:nvPr/>
        </p:nvCxnSpPr>
        <p:spPr>
          <a:xfrm flipH="1">
            <a:off x="2252546" y="769434"/>
            <a:ext cx="446049" cy="624468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 rot="4319509">
            <a:off x="2456987" y="2277662"/>
            <a:ext cx="1367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smtClean="0">
                <a:solidFill>
                  <a:srgbClr val="FFC000"/>
                </a:solidFill>
              </a:rPr>
              <a:t>6.8k</a:t>
            </a:r>
            <a:r>
              <a:rPr lang="el-GR" sz="3600" b="1" dirty="0" smtClean="0">
                <a:solidFill>
                  <a:srgbClr val="FFC000"/>
                </a:solidFill>
              </a:rPr>
              <a:t>Ω</a:t>
            </a:r>
            <a:endParaRPr lang="fr-FR" sz="3600" b="1" dirty="0">
              <a:solidFill>
                <a:srgbClr val="FFC000"/>
              </a:solidFill>
            </a:endParaRPr>
          </a:p>
        </p:txBody>
      </p:sp>
      <p:cxnSp>
        <p:nvCxnSpPr>
          <p:cNvPr id="13" name="Connecteur droit avec flèche 12"/>
          <p:cNvCxnSpPr/>
          <p:nvPr/>
        </p:nvCxnSpPr>
        <p:spPr>
          <a:xfrm flipH="1" flipV="1">
            <a:off x="3854606" y="4624039"/>
            <a:ext cx="427462" cy="561278"/>
          </a:xfrm>
          <a:prstGeom prst="straightConnector1">
            <a:avLst/>
          </a:prstGeom>
          <a:ln w="5397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4018159" y="5121225"/>
            <a:ext cx="1323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 smtClean="0">
                <a:solidFill>
                  <a:srgbClr val="FFC000"/>
                </a:solidFill>
              </a:rPr>
              <a:t>VCC</a:t>
            </a:r>
            <a:endParaRPr lang="fr-FR" sz="36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BOICHOT\Downloads\Neo-Geo-Sengoku-2-Red-Blood-main\MVS_bootleg_convert\Detail_on_P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7492" y="0"/>
            <a:ext cx="10275945" cy="6858000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3668752" y="4248615"/>
            <a:ext cx="65792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0" b="1" dirty="0" smtClean="0">
                <a:solidFill>
                  <a:srgbClr val="FFC000"/>
                </a:solidFill>
              </a:rPr>
              <a:t>Mount P1 on socket</a:t>
            </a:r>
            <a:endParaRPr lang="fr-FR" sz="6000" b="1" dirty="0">
              <a:solidFill>
                <a:srgbClr val="FFC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BOICHOT\Downloads\Neo-Geo-Sengoku-2-Red-Blood-main\MVS_bootleg_convert\Harware_necessar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278780"/>
            <a:ext cx="12160588" cy="6266985"/>
          </a:xfrm>
          <a:prstGeom prst="rect">
            <a:avLst/>
          </a:prstGeom>
          <a:noFill/>
        </p:spPr>
      </p:pic>
      <p:sp>
        <p:nvSpPr>
          <p:cNvPr id="5" name="ZoneTexte 4"/>
          <p:cNvSpPr txBox="1"/>
          <p:nvPr/>
        </p:nvSpPr>
        <p:spPr>
          <a:xfrm>
            <a:off x="802887" y="5586761"/>
            <a:ext cx="77389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 smtClean="0">
                <a:solidFill>
                  <a:srgbClr val="FFFF00"/>
                </a:solidFill>
              </a:rPr>
              <a:t>GQ 4x4 </a:t>
            </a:r>
            <a:r>
              <a:rPr lang="fr-FR" sz="4000" b="1" dirty="0" err="1" smtClean="0">
                <a:solidFill>
                  <a:srgbClr val="FFFF00"/>
                </a:solidFill>
              </a:rPr>
              <a:t>with</a:t>
            </a:r>
            <a:r>
              <a:rPr lang="fr-FR" sz="4000" b="1" dirty="0" smtClean="0">
                <a:solidFill>
                  <a:srgbClr val="FFFF00"/>
                </a:solidFill>
              </a:rPr>
              <a:t> ADP-054 </a:t>
            </a:r>
            <a:r>
              <a:rPr lang="fr-FR" sz="4000" b="1" dirty="0" err="1" smtClean="0">
                <a:solidFill>
                  <a:srgbClr val="FFFF00"/>
                </a:solidFill>
              </a:rPr>
              <a:t>adapater</a:t>
            </a:r>
            <a:endParaRPr lang="fr-FR" sz="4000" b="1" dirty="0">
              <a:solidFill>
                <a:srgbClr val="FFFF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8987883" y="1059366"/>
            <a:ext cx="3204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b="1" dirty="0" err="1" smtClean="0">
                <a:solidFill>
                  <a:srgbClr val="FFFF00"/>
                </a:solidFill>
              </a:rPr>
              <a:t>Mega</a:t>
            </a:r>
            <a:r>
              <a:rPr lang="fr-FR" sz="4000" b="1" dirty="0" smtClean="0">
                <a:solidFill>
                  <a:srgbClr val="FFFF00"/>
                </a:solidFill>
              </a:rPr>
              <a:t> Burner</a:t>
            </a:r>
            <a:endParaRPr lang="fr-FR" sz="4000" b="1" dirty="0">
              <a:solidFill>
                <a:srgbClr val="FFFF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251</Words>
  <Application>Microsoft Office PowerPoint</Application>
  <PresentationFormat>Grand écran</PresentationFormat>
  <Paragraphs>131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58</cp:revision>
  <dcterms:created xsi:type="dcterms:W3CDTF">2026-07-15T07:56:11Z</dcterms:created>
  <dcterms:modified xsi:type="dcterms:W3CDTF">2026-09-14T09:00:50Z</dcterms:modified>
</cp:coreProperties>
</file>